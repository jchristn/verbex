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CD91-42D9-A8FD-E358-F306EE270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1FFCF-4770-AE60-3DFD-541BA85B8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EC111-BF12-307B-9798-64001F24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81903-8243-AC57-2276-531B0FDE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5C07-98E4-7455-858F-40D4E2FD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1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0EBC-AFBA-A26E-65FF-A678DAF4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6D9B1-0E3C-98BB-156C-F13CDA90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51992-BF85-64E3-9710-973889163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A704-7A6E-96A7-B44F-3C5CE281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73C14-AC6E-14BE-0C32-45F3C0F0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4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9DE5-BC40-C9BE-54D2-ABF4884D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3CA9E-EF6A-4E3B-4C57-627DC529B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6118C-BC25-0E8E-49C6-C65C17053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87C41-3DD6-B9F6-24B9-C4811D4A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AD90B-4ED9-EE8C-0981-51309C00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7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DEC5-1DE8-00CA-F4BC-90878E9C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AB642-F94D-FB03-C178-87335A7B7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8AB1-B647-9690-8284-071F27E48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6EA6E-88EB-7430-3738-FAB877A1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0FB6D-76BF-01BD-F90A-77AFB217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8F023-F069-D818-757A-B123BC90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1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D642-268B-60A2-435E-EA4A11E2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6B46D-3BC4-2232-9E30-62FE12CDA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55577-2BBB-1212-A2F4-2CEE74E48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5AFD2-21B3-A282-B126-7535C4DB4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9CC40-5F36-FA84-F197-FAD727796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DC6AE-E5B7-D7BF-401D-7E888C87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66E73-1A13-4E7A-A3C8-E4D443C3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B947B-1C7E-E71D-F6FB-AE128C00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0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1741-F1BE-AC72-9414-930738CB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1EA25A-7E39-7F2A-D169-CD5B5A6C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7FA2C-274D-29DF-26C7-8E5BAF50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21CCF-43D7-241F-0692-CCC8C2E0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80E48-849E-DD73-E91B-D0950B9E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65D2E-3EDA-ADB8-E95F-DD13631F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DD67-59D2-8F23-D52C-8A25D30E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6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D929-FB3E-BA0A-89D6-60C56ACD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B950-BAFE-E28B-D6AD-45DEF3F58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8F738-8A29-3794-E68A-87EB2989E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1D57F-D8CF-1314-5EF4-9E82E44C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C0227-8A80-8D34-FA8B-EFA305D1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F198B-9C4E-38E7-571F-2C1F361E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6848-D79B-408D-226D-CB54FB2A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752F62-5F4B-2F58-ABEF-8320BDDB1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06818-0A86-24BF-C5ED-A98C44C7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45FD0-33A2-AE35-0DEE-5D4A7B0E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78DC4-4A27-4521-DEEF-90FBDB56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6D764-0D62-9985-C419-EC7B89AD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7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0491-2061-F0C7-E4CC-C1685AB0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CE36-E2B3-E82D-2D45-7A3B5F302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958BE-DEB7-D825-0471-7D58CAD4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9CEC1-F384-9646-4480-8FB8C155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38D96-4734-CA76-F14B-A31C0030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8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73697-6F51-7029-0959-F77125AB6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ACC11-5D33-33B7-06B2-2743A371F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B6E8-8C53-A556-62E1-38CC5C85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DD4B6-A6F7-431A-E501-3EA91C62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5728D-D95F-FCA2-91AA-F2413191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2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E94303-0219-9F04-8F3E-B4AA70A3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DE525-F7BF-32C1-7591-3FDE8CA9C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5904-39C7-ABBE-2E5F-FB79DA11F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9627C-417A-4B26-B31E-F4945C0B4C1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2B1B-B380-E837-9240-D246E59D1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88BD6-F07A-BCC2-09C0-C1695FACE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47A66-8053-4790-9200-E8ABCEF55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4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00BACB7-2CF9-DDF7-58AD-8530B6068ABB}"/>
              </a:ext>
            </a:extLst>
          </p:cNvPr>
          <p:cNvGrpSpPr/>
          <p:nvPr/>
        </p:nvGrpSpPr>
        <p:grpSpPr>
          <a:xfrm>
            <a:off x="3854971" y="1844619"/>
            <a:ext cx="4085617" cy="3317132"/>
            <a:chOff x="7110919" y="1536970"/>
            <a:chExt cx="4085617" cy="331713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7BBD347-168F-8A12-10F1-00F5FAEBB9DD}"/>
                </a:ext>
              </a:extLst>
            </p:cNvPr>
            <p:cNvSpPr/>
            <p:nvPr/>
          </p:nvSpPr>
          <p:spPr>
            <a:xfrm>
              <a:off x="7110919" y="1536970"/>
              <a:ext cx="4085617" cy="3317132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73FD1B2-1C81-E293-68AA-65D33351E4B3}"/>
                </a:ext>
              </a:extLst>
            </p:cNvPr>
            <p:cNvSpPr/>
            <p:nvPr/>
          </p:nvSpPr>
          <p:spPr>
            <a:xfrm>
              <a:off x="7263319" y="1689370"/>
              <a:ext cx="3777847" cy="942735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692AF46-4D6E-B5C5-C538-361EDE681D0C}"/>
                </a:ext>
              </a:extLst>
            </p:cNvPr>
            <p:cNvSpPr/>
            <p:nvPr/>
          </p:nvSpPr>
          <p:spPr>
            <a:xfrm>
              <a:off x="7415719" y="1841771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1761E79-6799-EE65-EE0F-5577BB7CF8D0}"/>
                </a:ext>
              </a:extLst>
            </p:cNvPr>
            <p:cNvSpPr/>
            <p:nvPr/>
          </p:nvSpPr>
          <p:spPr>
            <a:xfrm>
              <a:off x="9322446" y="1841771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7A41560-05BC-541C-4D6C-494DAEE123BE}"/>
                </a:ext>
              </a:extLst>
            </p:cNvPr>
            <p:cNvSpPr/>
            <p:nvPr/>
          </p:nvSpPr>
          <p:spPr>
            <a:xfrm>
              <a:off x="9322446" y="2068871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24925AF-0A76-B8E8-3A3F-DB7F2C305F12}"/>
                </a:ext>
              </a:extLst>
            </p:cNvPr>
            <p:cNvSpPr/>
            <p:nvPr/>
          </p:nvSpPr>
          <p:spPr>
            <a:xfrm>
              <a:off x="9322446" y="2295971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16C8D13-A620-D571-10A7-6EB33720372E}"/>
                </a:ext>
              </a:extLst>
            </p:cNvPr>
            <p:cNvSpPr/>
            <p:nvPr/>
          </p:nvSpPr>
          <p:spPr>
            <a:xfrm>
              <a:off x="7263319" y="2709805"/>
              <a:ext cx="3777847" cy="1187077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ED93429-A74B-214D-DA1A-019BCA64454F}"/>
                </a:ext>
              </a:extLst>
            </p:cNvPr>
            <p:cNvSpPr/>
            <p:nvPr/>
          </p:nvSpPr>
          <p:spPr>
            <a:xfrm>
              <a:off x="7415719" y="2862206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A7ADFD3-9F9C-7577-B227-319C89D1CD74}"/>
                </a:ext>
              </a:extLst>
            </p:cNvPr>
            <p:cNvSpPr/>
            <p:nvPr/>
          </p:nvSpPr>
          <p:spPr>
            <a:xfrm>
              <a:off x="9322446" y="2862206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F7E5BBA-414E-FDDF-E8A2-869A9EB1C9AF}"/>
                </a:ext>
              </a:extLst>
            </p:cNvPr>
            <p:cNvSpPr/>
            <p:nvPr/>
          </p:nvSpPr>
          <p:spPr>
            <a:xfrm>
              <a:off x="9322446" y="3089306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3D5A357-E290-65E4-8DEB-DC0EC32ECA8B}"/>
                </a:ext>
              </a:extLst>
            </p:cNvPr>
            <p:cNvSpPr/>
            <p:nvPr/>
          </p:nvSpPr>
          <p:spPr>
            <a:xfrm>
              <a:off x="9322446" y="3316406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6B5BA2A-3C4B-F3FF-4631-ED2D15601B04}"/>
                </a:ext>
              </a:extLst>
            </p:cNvPr>
            <p:cNvSpPr/>
            <p:nvPr/>
          </p:nvSpPr>
          <p:spPr>
            <a:xfrm>
              <a:off x="9322446" y="3544595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6748EC2-A261-FE8F-48E1-0D92101B8910}"/>
                </a:ext>
              </a:extLst>
            </p:cNvPr>
            <p:cNvSpPr/>
            <p:nvPr/>
          </p:nvSpPr>
          <p:spPr>
            <a:xfrm>
              <a:off x="7263319" y="3974582"/>
              <a:ext cx="3777847" cy="734151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C293C7D-F64D-45DC-D96B-5E150F637E1D}"/>
                </a:ext>
              </a:extLst>
            </p:cNvPr>
            <p:cNvSpPr/>
            <p:nvPr/>
          </p:nvSpPr>
          <p:spPr>
            <a:xfrm>
              <a:off x="7415719" y="4126983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EEDB7E1-8063-B6BF-1205-864523C47576}"/>
                </a:ext>
              </a:extLst>
            </p:cNvPr>
            <p:cNvSpPr/>
            <p:nvPr/>
          </p:nvSpPr>
          <p:spPr>
            <a:xfrm>
              <a:off x="9322446" y="4126983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BBC5E18-CE85-6521-DB6D-1B71972D0518}"/>
                </a:ext>
              </a:extLst>
            </p:cNvPr>
            <p:cNvSpPr/>
            <p:nvPr/>
          </p:nvSpPr>
          <p:spPr>
            <a:xfrm>
              <a:off x="9322446" y="4354083"/>
              <a:ext cx="1557365" cy="149400"/>
            </a:xfrm>
            <a:prstGeom prst="roundRect">
              <a:avLst>
                <a:gd name="adj" fmla="val 198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9BF4466-B8C0-DDC6-C5A9-021A63C7FA59}"/>
              </a:ext>
            </a:extLst>
          </p:cNvPr>
          <p:cNvSpPr txBox="1"/>
          <p:nvPr/>
        </p:nvSpPr>
        <p:spPr>
          <a:xfrm>
            <a:off x="3880259" y="2779588"/>
            <a:ext cx="4060329" cy="523220"/>
          </a:xfrm>
          <a:prstGeom prst="rect">
            <a:avLst/>
          </a:prstGeom>
          <a:solidFill>
            <a:schemeClr val="tx2">
              <a:lumMod val="75000"/>
              <a:lumOff val="25000"/>
              <a:alpha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eonik Fono" panose="020B0504030300000000" pitchFamily="34" charset="0"/>
              </a:rPr>
              <a:t>verbex</a:t>
            </a: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7108C8D5-45A8-B5A5-3594-7BB76431F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2557" y="1639420"/>
            <a:ext cx="3439189" cy="3439189"/>
          </a:xfrm>
          <a:prstGeom prst="rect">
            <a:avLst/>
          </a:prstGeom>
          <a:effectLst>
            <a:outerShdw blurRad="177800" dist="2159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9745017-F409-3AA6-958D-A695CC3343FE}"/>
              </a:ext>
            </a:extLst>
          </p:cNvPr>
          <p:cNvCxnSpPr/>
          <p:nvPr/>
        </p:nvCxnSpPr>
        <p:spPr>
          <a:xfrm>
            <a:off x="3704734" y="1423447"/>
            <a:ext cx="0" cy="4458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86790D-2E16-2D3C-37AA-791C88ECE000}"/>
              </a:ext>
            </a:extLst>
          </p:cNvPr>
          <p:cNvCxnSpPr>
            <a:cxnSpLocks/>
          </p:cNvCxnSpPr>
          <p:nvPr/>
        </p:nvCxnSpPr>
        <p:spPr>
          <a:xfrm>
            <a:off x="3489699" y="1639420"/>
            <a:ext cx="4813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487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Aeonik Fono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Christner</dc:creator>
  <cp:lastModifiedBy>Joel Christner</cp:lastModifiedBy>
  <cp:revision>1</cp:revision>
  <dcterms:created xsi:type="dcterms:W3CDTF">2025-10-06T03:38:01Z</dcterms:created>
  <dcterms:modified xsi:type="dcterms:W3CDTF">2025-10-06T06:44:32Z</dcterms:modified>
</cp:coreProperties>
</file>